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A10FF1CE-0000-4000-9000-000000000003}" styleName="Dark blue header">
    <a:wholeTbl>
      <a:tcTxStyle>
        <a:srgbClr val="000000"/>
      </a:tcTxStyle>
      <a:tcStyle>
        <a:tcBdr>
          <a:insideH>
            <a:ln w="9525" cap="flat">
              <a:solidFill>
                <a:srgbClr val="D9D9D9"/>
              </a:solidFill>
            </a:ln>
          </a:insideH>
        </a:tcBdr>
        <a:fill>
          <a:solidFill>
            <a:srgbClr val="FFFFFF"/>
          </a:solidFill>
        </a:fill>
      </a:tcStyle>
    </a:wholeTbl>
    <a:band1H>
      <a:tcStyle>
        <a:fill>
          <a:solidFill>
            <a:srgbClr val="E9EDF5"/>
          </a:solidFill>
        </a:fill>
      </a:tcStyle>
    </a:band1H>
    <a:firstRow>
      <a:tcTxStyle b="on">
        <a:srgbClr val="FFFFFF"/>
      </a:tcTxStyle>
      <a:tcStyle>
        <a:fill>
          <a:solidFill>
            <a:srgbClr val="1F386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77" y="514350"/>
            <a:ext cx="10362941" cy="647684"/>
          </a:xfrm>
        </p:spPr>
        <p:txBody>
          <a:bodyPr/>
          <a:lstStyle/>
          <a:p>
            <a:r>
              <a:rPr sz="3600" b="1">
                <a:solidFill>
                  <a:srgbClr val="17324D"/>
                </a:solidFill>
                <a:latin typeface="Arial"/>
                <a:ea typeface="Arial"/>
              </a:rP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377" y="1990675"/>
          <a:ext cx="10362941" cy="2952676"/>
        </p:xfrm>
        <a:graphic>
          <a:graphicData uri="http://schemas.openxmlformats.org/drawingml/2006/table">
            <a:tbl>
              <a:tblPr firstRow="1">
                <a:tableStyleId>{A10FF1CE-0000-4000-9000-000000000003}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324D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17324D"/>
                          </a:solidFill>
                        </a:rP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16865C"/>
                          </a:solidFill>
                        </a:rP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7324D"/>
                          </a:solidFill>
                        </a:rP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17324D"/>
                          </a:solidFill>
                        </a:rP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16865C"/>
                          </a:solidFill>
                        </a:rP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